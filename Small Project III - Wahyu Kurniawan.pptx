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71" r:id="rId5"/>
    <p:sldId id="259" r:id="rId6"/>
    <p:sldId id="272" r:id="rId7"/>
    <p:sldId id="273" r:id="rId8"/>
    <p:sldId id="274" r:id="rId9"/>
    <p:sldId id="266" r:id="rId10"/>
    <p:sldId id="269" r:id="rId11"/>
    <p:sldId id="275" r:id="rId12"/>
    <p:sldId id="27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490CA59F-515B-4A0F-813E-19EBE14942E3}" type="datetimeFigureOut">
              <a:rPr lang="en-ID" smtClean="0"/>
              <a:t>19/01/2022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69488015-17D1-4865-AA6D-0ED93F08CE13}" type="slidenum">
              <a:rPr lang="en-ID" smtClean="0"/>
              <a:t>‹#›</a:t>
            </a:fld>
            <a:endParaRPr lang="en-ID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16406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A59F-515B-4A0F-813E-19EBE14942E3}" type="datetimeFigureOut">
              <a:rPr lang="en-ID" smtClean="0"/>
              <a:t>19/01/2022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8015-17D1-4865-AA6D-0ED93F08C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72446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A59F-515B-4A0F-813E-19EBE14942E3}" type="datetimeFigureOut">
              <a:rPr lang="en-ID" smtClean="0"/>
              <a:t>19/01/2022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8015-17D1-4865-AA6D-0ED93F08CE13}" type="slidenum">
              <a:rPr lang="en-ID" smtClean="0"/>
              <a:t>‹#›</a:t>
            </a:fld>
            <a:endParaRPr lang="en-ID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75446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A59F-515B-4A0F-813E-19EBE14942E3}" type="datetimeFigureOut">
              <a:rPr lang="en-ID" smtClean="0"/>
              <a:t>19/01/2022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8015-17D1-4865-AA6D-0ED93F08C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7303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A59F-515B-4A0F-813E-19EBE14942E3}" type="datetimeFigureOut">
              <a:rPr lang="en-ID" smtClean="0"/>
              <a:t>19/01/2022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8015-17D1-4865-AA6D-0ED93F08C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72064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A59F-515B-4A0F-813E-19EBE14942E3}" type="datetimeFigureOut">
              <a:rPr lang="en-ID" smtClean="0"/>
              <a:t>19/01/2022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8015-17D1-4865-AA6D-0ED93F08C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21136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A59F-515B-4A0F-813E-19EBE14942E3}" type="datetimeFigureOut">
              <a:rPr lang="en-ID" smtClean="0"/>
              <a:t>19/01/2022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8015-17D1-4865-AA6D-0ED93F08C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9728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A59F-515B-4A0F-813E-19EBE14942E3}" type="datetimeFigureOut">
              <a:rPr lang="en-ID" smtClean="0"/>
              <a:t>19/01/2022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8015-17D1-4865-AA6D-0ED93F08C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41744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A59F-515B-4A0F-813E-19EBE14942E3}" type="datetimeFigureOut">
              <a:rPr lang="en-ID" smtClean="0"/>
              <a:t>19/01/2022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8015-17D1-4865-AA6D-0ED93F08C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4635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A59F-515B-4A0F-813E-19EBE14942E3}" type="datetimeFigureOut">
              <a:rPr lang="en-ID" smtClean="0"/>
              <a:t>19/01/2022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8015-17D1-4865-AA6D-0ED93F08C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69384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A59F-515B-4A0F-813E-19EBE14942E3}" type="datetimeFigureOut">
              <a:rPr lang="en-ID" smtClean="0"/>
              <a:t>19/01/2022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8015-17D1-4865-AA6D-0ED93F08C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72361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490CA59F-515B-4A0F-813E-19EBE14942E3}" type="datetimeFigureOut">
              <a:rPr lang="en-ID" smtClean="0"/>
              <a:t>19/01/2022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69488015-17D1-4865-AA6D-0ED93F08C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28353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79741-5C6B-4111-86BB-37ACA925DA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Small Project III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9C93-CADC-49EF-8DB3-D477E524CF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Wahyu Kurniawan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74373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F2422-3415-4CE3-9E65-364BAFCA7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 yang di test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C1844-EFA1-4603-B3FE-74B38A569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Scope yang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dites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 (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referensi</a:t>
            </a:r>
            <a:r>
              <a:rPr lang="en-ID" dirty="0"/>
              <a:t> API docs </a:t>
            </a:r>
            <a:r>
              <a:rPr lang="en-ID" dirty="0" err="1"/>
              <a:t>diatas</a:t>
            </a:r>
            <a:r>
              <a:rPr lang="en-ID" dirty="0"/>
              <a:t>): </a:t>
            </a:r>
          </a:p>
          <a:p>
            <a:pPr marL="0" indent="0">
              <a:buNone/>
            </a:pPr>
            <a:r>
              <a:rPr lang="en-ID" dirty="0"/>
              <a:t>◦ Admin </a:t>
            </a:r>
          </a:p>
          <a:p>
            <a:pPr marL="0" indent="0">
              <a:buNone/>
            </a:pPr>
            <a:r>
              <a:rPr lang="en-ID" dirty="0"/>
              <a:t>◦ Attendance </a:t>
            </a:r>
          </a:p>
          <a:p>
            <a:pPr marL="0" indent="0">
              <a:buNone/>
            </a:pPr>
            <a:r>
              <a:rPr lang="en-ID" dirty="0"/>
              <a:t>◦ Employee 10 point </a:t>
            </a:r>
            <a:r>
              <a:rPr lang="en-ID" dirty="0" err="1"/>
              <a:t>saja</a:t>
            </a:r>
            <a:r>
              <a:rPr lang="en-ID" dirty="0"/>
              <a:t>, </a:t>
            </a:r>
            <a:r>
              <a:rPr lang="en-ID" dirty="0" err="1"/>
              <a:t>bebas</a:t>
            </a:r>
            <a:r>
              <a:rPr lang="en-ID" dirty="0"/>
              <a:t> </a:t>
            </a:r>
            <a:r>
              <a:rPr lang="en-ID" dirty="0" err="1"/>
              <a:t>pilih</a:t>
            </a:r>
            <a:r>
              <a:rPr lang="en-ID" dirty="0"/>
              <a:t> </a:t>
            </a:r>
            <a:r>
              <a:rPr lang="en-ID" dirty="0" err="1"/>
              <a:t>asalkan</a:t>
            </a:r>
            <a:r>
              <a:rPr lang="en-ID" dirty="0"/>
              <a:t> </a:t>
            </a:r>
            <a:r>
              <a:rPr lang="en-ID" dirty="0" err="1"/>
              <a:t>mencakup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parameter API Testing (GET, POST, UPDATE, DELETE) 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2931423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26711-3076-4D20-A7D8-925526868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5F25E-7F7E-4266-A8F5-3FD4E767C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pengetesan</a:t>
            </a:r>
            <a:r>
              <a:rPr lang="en-US" sz="1600" dirty="0"/>
              <a:t> Admin </a:t>
            </a:r>
            <a:r>
              <a:rPr lang="en-US" sz="1600" dirty="0" err="1"/>
              <a:t>terdapat</a:t>
            </a:r>
            <a:r>
              <a:rPr lang="en-US" sz="1600" dirty="0"/>
              <a:t> 3 scenario </a:t>
            </a:r>
            <a:r>
              <a:rPr lang="en-US" sz="1600" dirty="0" err="1"/>
              <a:t>yaitu</a:t>
            </a:r>
            <a:r>
              <a:rPr lang="en-US" sz="1600" dirty="0"/>
              <a:t> :</a:t>
            </a:r>
          </a:p>
          <a:p>
            <a:pPr marL="0" indent="0">
              <a:buNone/>
            </a:pP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1. Endpoint Login</a:t>
            </a:r>
            <a:endParaRPr lang="en-ID" sz="16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Dalam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Skenario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Endpoint Login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terdapat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4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TestCase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yaitu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: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- User Login password must not be empty</a:t>
            </a:r>
            <a:endParaRPr lang="en-ID" sz="16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-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User Login Username must not be empty</a:t>
            </a:r>
          </a:p>
          <a:p>
            <a:pPr marL="0" indent="0"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- User Login Invalid Parameter</a:t>
            </a:r>
          </a:p>
          <a:p>
            <a:pPr marL="0" indent="0"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- User Login Success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19343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5F25E-7F7E-4266-A8F5-3FD4E767C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811374"/>
            <a:ext cx="8595360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2. Endpoint Users</a:t>
            </a:r>
            <a:endParaRPr lang="en-ID" sz="16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Dalam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Skenario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Endpoint Users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terdapat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1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TestCase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yaitu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: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- Get Users</a:t>
            </a:r>
            <a:endParaRPr lang="en-ID" sz="16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3. Endpoint Organization Information</a:t>
            </a:r>
            <a:endParaRPr lang="en-ID" sz="16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Dalam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Skenario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Organization Information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terdapat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1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TestCase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yaitu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: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- Get Organization Information</a:t>
            </a:r>
            <a:endParaRPr lang="en-ID" sz="16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89842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4216D-E9DE-4F68-918C-24A4FC785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Attendance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FB9C4-3D44-4AA6-9811-108965B29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pengetesan</a:t>
            </a:r>
            <a:r>
              <a:rPr lang="en-US" sz="1600" dirty="0"/>
              <a:t> Attendance </a:t>
            </a:r>
            <a:r>
              <a:rPr lang="en-US" sz="1600" dirty="0" err="1"/>
              <a:t>terdapat</a:t>
            </a:r>
            <a:r>
              <a:rPr lang="en-US" sz="1600" dirty="0"/>
              <a:t> 2 </a:t>
            </a:r>
            <a:r>
              <a:rPr lang="en-US" sz="1600" dirty="0" err="1"/>
              <a:t>Skenario</a:t>
            </a:r>
            <a:r>
              <a:rPr lang="en-US" sz="1600" dirty="0"/>
              <a:t> </a:t>
            </a:r>
            <a:r>
              <a:rPr lang="en-ID" sz="1600" dirty="0" err="1"/>
              <a:t>yaitu</a:t>
            </a:r>
            <a:r>
              <a:rPr lang="en-ID" sz="1600" dirty="0"/>
              <a:t> :</a:t>
            </a:r>
          </a:p>
          <a:p>
            <a:pPr marL="0" indent="0">
              <a:buNone/>
            </a:pPr>
            <a:r>
              <a:rPr lang="en-ID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1. </a:t>
            </a: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Endpoint Punch In</a:t>
            </a:r>
            <a:endParaRPr lang="en-ID" sz="16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Dalam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Skenario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Endpoint Punch In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terdapat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1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TestCase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yaitu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:</a:t>
            </a:r>
          </a:p>
          <a:p>
            <a:pPr marL="0" indent="0">
              <a:buNone/>
            </a:pP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- Get Punch In</a:t>
            </a:r>
            <a:endParaRPr lang="en-ID" sz="16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  <a:r>
              <a:rPr lang="en-ID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 </a:t>
            </a: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Endpoint Punch Out</a:t>
            </a:r>
            <a:endParaRPr lang="en-ID" sz="16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Dalam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Skenario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Endpoint Punch Out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terdapat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1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TestCase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yaitu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:</a:t>
            </a:r>
          </a:p>
          <a:p>
            <a:pPr marL="0" indent="0">
              <a:buNone/>
            </a:pP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- Get Punch Out</a:t>
            </a:r>
            <a:endParaRPr lang="en-ID" sz="16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228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4216D-E9DE-4F68-918C-24A4FC785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Employee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FB9C4-3D44-4AA6-9811-108965B29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pengetesan</a:t>
            </a:r>
            <a:r>
              <a:rPr lang="en-US" sz="1600" dirty="0"/>
              <a:t> Employee </a:t>
            </a:r>
            <a:r>
              <a:rPr lang="en-US" sz="1600" dirty="0" err="1"/>
              <a:t>terdapat</a:t>
            </a:r>
            <a:r>
              <a:rPr lang="en-US" sz="1600" dirty="0"/>
              <a:t> 10 </a:t>
            </a:r>
            <a:r>
              <a:rPr lang="en-US" sz="1600" dirty="0" err="1"/>
              <a:t>Skenario</a:t>
            </a:r>
            <a:r>
              <a:rPr lang="en-US" sz="1600" dirty="0"/>
              <a:t> </a:t>
            </a:r>
            <a:r>
              <a:rPr lang="en-ID" sz="1600" dirty="0" err="1"/>
              <a:t>yaitu</a:t>
            </a:r>
            <a:r>
              <a:rPr lang="en-ID" sz="1600" dirty="0"/>
              <a:t> :</a:t>
            </a:r>
          </a:p>
          <a:p>
            <a:pPr marL="0" indent="0">
              <a:buNone/>
            </a:pPr>
            <a:r>
              <a:rPr lang="en-ID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1. </a:t>
            </a: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Endpoint Save Employee</a:t>
            </a:r>
            <a:endParaRPr lang="en-ID" sz="16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Dalam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Skenario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Endpoint Save Employee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terdapat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1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TestCase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yaitu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:</a:t>
            </a:r>
          </a:p>
          <a:p>
            <a:pPr marL="0" indent="0">
              <a:buNone/>
            </a:pP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- Success Post Save Employee</a:t>
            </a:r>
          </a:p>
          <a:p>
            <a:pPr marL="0" indent="0">
              <a:buNone/>
            </a:pP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  <a:r>
              <a:rPr lang="en-ID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 </a:t>
            </a: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Endpoint Employee Detail</a:t>
            </a:r>
            <a:endParaRPr lang="en-ID" sz="16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Dalam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Skenario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Endpoint Employee Detail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terdapat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1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TestCase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yaitu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:</a:t>
            </a:r>
          </a:p>
          <a:p>
            <a:pPr marL="0" indent="0">
              <a:buNone/>
            </a:pP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- Success Get Employee Detail</a:t>
            </a:r>
          </a:p>
          <a:p>
            <a:pPr marL="0" indent="0">
              <a:buNone/>
            </a:pPr>
            <a:r>
              <a:rPr lang="en-ID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3. </a:t>
            </a: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Endpoint Update Employee Detail</a:t>
            </a:r>
          </a:p>
          <a:p>
            <a:pPr marL="0" indent="0">
              <a:buNone/>
            </a:pP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Dalam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Skenario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Endpoint Update Employee Detail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terdapat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1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TestCase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yaitu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:</a:t>
            </a:r>
          </a:p>
          <a:p>
            <a:pPr marL="0" indent="0">
              <a:buNone/>
            </a:pP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- Success Update Employee Detail</a:t>
            </a:r>
            <a:endParaRPr lang="en-ID" sz="16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ID" sz="16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0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FB9C4-3D44-4AA6-9811-108965B29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373488"/>
            <a:ext cx="8595360" cy="5806650"/>
          </a:xfrm>
        </p:spPr>
        <p:txBody>
          <a:bodyPr/>
          <a:lstStyle/>
          <a:p>
            <a:pPr marL="0" indent="0">
              <a:buNone/>
            </a:pP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4</a:t>
            </a:r>
            <a:r>
              <a:rPr lang="en-ID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 </a:t>
            </a: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Endpoint Employee Dependents</a:t>
            </a:r>
          </a:p>
          <a:p>
            <a:pPr marL="0" indent="0">
              <a:buNone/>
            </a:pP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Dalam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Skenario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Endpoint Employee Dependents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terdapat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1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TestCase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yaitu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:</a:t>
            </a:r>
          </a:p>
          <a:p>
            <a:pPr marL="0" indent="0">
              <a:buNone/>
            </a:pP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- Success Get Employee Dependents</a:t>
            </a:r>
          </a:p>
          <a:p>
            <a:pPr marL="0" indent="0">
              <a:buNone/>
            </a:pPr>
            <a:r>
              <a:rPr lang="en-ID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5. </a:t>
            </a: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Endpoint Delete Employee Dependent</a:t>
            </a:r>
          </a:p>
          <a:p>
            <a:pPr marL="0" indent="0">
              <a:buNone/>
            </a:pP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Dalam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Skenario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Endpoint Delete Employee Dependent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terdapat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1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TestCase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yaitu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:</a:t>
            </a:r>
          </a:p>
          <a:p>
            <a:pPr marL="0" indent="0">
              <a:buNone/>
            </a:pP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- Success Delete Employee Dependent</a:t>
            </a:r>
          </a:p>
          <a:p>
            <a:pPr marL="0" indent="0">
              <a:buNone/>
            </a:pP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6</a:t>
            </a:r>
            <a:r>
              <a:rPr lang="en-ID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 </a:t>
            </a: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Endpoint Employee Search</a:t>
            </a:r>
          </a:p>
          <a:p>
            <a:pPr marL="0" indent="0">
              <a:buNone/>
            </a:pP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Dalam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Skenario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Endpoint Employee Search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terdapat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1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TestCase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yaitu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:</a:t>
            </a:r>
          </a:p>
          <a:p>
            <a:pPr marL="0" indent="0">
              <a:buNone/>
            </a:pP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- Success Get Employee Search</a:t>
            </a:r>
            <a:endParaRPr lang="en-ID" sz="16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ID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7. </a:t>
            </a: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Endpoint Employee Contact Detail</a:t>
            </a:r>
          </a:p>
          <a:p>
            <a:pPr marL="0" indent="0">
              <a:buNone/>
            </a:pP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Dalam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Skenario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Endpoint Employee Contact Detail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terdapat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1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TestCase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yaitu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:</a:t>
            </a:r>
          </a:p>
          <a:p>
            <a:pPr marL="0" indent="0">
              <a:buNone/>
            </a:pP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- Success Get Employee Contact Detail</a:t>
            </a:r>
            <a:endParaRPr lang="en-ID" sz="16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ID" sz="16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390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FB9C4-3D44-4AA6-9811-108965B29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373488"/>
            <a:ext cx="8595360" cy="5806650"/>
          </a:xfrm>
        </p:spPr>
        <p:txBody>
          <a:bodyPr/>
          <a:lstStyle/>
          <a:p>
            <a:pPr marL="0" indent="0">
              <a:buNone/>
            </a:pPr>
            <a:r>
              <a:rPr lang="en-ID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8. </a:t>
            </a: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Endpoint Employee Job Detail</a:t>
            </a:r>
          </a:p>
          <a:p>
            <a:pPr marL="0" indent="0">
              <a:buNone/>
            </a:pP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Dalam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Skenario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Endpoint Employee Job Detail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terdapat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1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TestCase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yaitu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:</a:t>
            </a:r>
          </a:p>
          <a:p>
            <a:pPr marL="0" indent="0">
              <a:buNone/>
            </a:pP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- Success Get Employee Job Detail</a:t>
            </a:r>
          </a:p>
          <a:p>
            <a:pPr marL="0" indent="0">
              <a:buNone/>
            </a:pP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9</a:t>
            </a:r>
            <a:r>
              <a:rPr lang="en-ID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 </a:t>
            </a: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Endpoint Update Employee Job Detail</a:t>
            </a:r>
          </a:p>
          <a:p>
            <a:pPr marL="0" indent="0">
              <a:buNone/>
            </a:pP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Dalam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Skenario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Endpoint Update Employee Job Detail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terdapat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1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TestCase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yaitu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:</a:t>
            </a:r>
          </a:p>
          <a:p>
            <a:pPr marL="0" indent="0">
              <a:buNone/>
            </a:pP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- Success Update Employee Job Detail</a:t>
            </a:r>
          </a:p>
          <a:p>
            <a:pPr marL="0" indent="0">
              <a:buNone/>
            </a:pPr>
            <a:r>
              <a:rPr lang="en-ID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10. </a:t>
            </a: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Endpoint Custom Field</a:t>
            </a:r>
          </a:p>
          <a:p>
            <a:pPr marL="0" indent="0">
              <a:buNone/>
            </a:pP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Dalam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Skenario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Endpoint Custom Field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terdapat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1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TestCase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D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yaitu</a:t>
            </a:r>
            <a:r>
              <a:rPr lang="en-ID" sz="1600" dirty="0">
                <a:solidFill>
                  <a:srgbClr val="000000"/>
                </a:solidFill>
                <a:latin typeface="Calibri" panose="020F0502020204030204" pitchFamily="34" charset="0"/>
              </a:rPr>
              <a:t> :</a:t>
            </a:r>
          </a:p>
          <a:p>
            <a:pPr marL="0" indent="0">
              <a:buNone/>
            </a:pPr>
            <a:r>
              <a:rPr lang="en-ID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- Success Get Custom Field</a:t>
            </a:r>
            <a:endParaRPr lang="en-ID" sz="16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630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D22B3-EBA6-4BE5-991B-B7D228B2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661" y="0"/>
            <a:ext cx="9692640" cy="752208"/>
          </a:xfrm>
        </p:spPr>
        <p:txBody>
          <a:bodyPr>
            <a:normAutofit/>
          </a:bodyPr>
          <a:lstStyle/>
          <a:p>
            <a:r>
              <a:rPr lang="en-US" sz="3200" dirty="0"/>
              <a:t>Report Automation Testing </a:t>
            </a:r>
            <a:r>
              <a:rPr lang="en-US" sz="3200" dirty="0" err="1"/>
              <a:t>Midtrans</a:t>
            </a:r>
            <a:r>
              <a:rPr lang="en-US" sz="3200" dirty="0"/>
              <a:t> - Customer</a:t>
            </a:r>
            <a:endParaRPr lang="en-ID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6B0342-5021-4EEC-BA5B-888AEF578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01" y="1156103"/>
            <a:ext cx="10058400" cy="3342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629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D22B3-EBA6-4BE5-991B-B7D228B2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997" y="772732"/>
            <a:ext cx="9692640" cy="75220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Report Testing API Admin</a:t>
            </a:r>
            <a:endParaRPr lang="en-ID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253541-338A-4E43-B4EE-42CE520CA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62" y="2149162"/>
            <a:ext cx="9439275" cy="127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389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D22B3-EBA6-4BE5-991B-B7D228B2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572" y="708338"/>
            <a:ext cx="9692640" cy="75220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Report Testing API Attendance</a:t>
            </a:r>
            <a:endParaRPr lang="en-ID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6CA0BA-789C-4487-BD81-C9367A480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787" y="1940014"/>
            <a:ext cx="9496425" cy="148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2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D22B3-EBA6-4BE5-991B-B7D228B2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940157"/>
            <a:ext cx="9692640" cy="75220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Report Testing API Employee</a:t>
            </a:r>
            <a:endParaRPr lang="en-ID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D66C4F-17BB-4DFD-8B29-5DC84988E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106" y="1928545"/>
            <a:ext cx="9429750" cy="150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174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6A614-D2A5-4ED0-97DF-EBBBF9382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3342" y="2392269"/>
            <a:ext cx="6609382" cy="1325562"/>
          </a:xfrm>
        </p:spPr>
        <p:txBody>
          <a:bodyPr/>
          <a:lstStyle/>
          <a:p>
            <a:r>
              <a:rPr lang="en-US" dirty="0" err="1"/>
              <a:t>Sekian</a:t>
            </a:r>
            <a:r>
              <a:rPr lang="en-US" dirty="0"/>
              <a:t> dan </a:t>
            </a:r>
            <a:r>
              <a:rPr lang="en-US" dirty="0" err="1"/>
              <a:t>TerimaKasih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30531604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1580</TotalTime>
  <Words>423</Words>
  <Application>Microsoft Office PowerPoint</Application>
  <PresentationFormat>Widescreen</PresentationFormat>
  <Paragraphs>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Century Schoolbook</vt:lpstr>
      <vt:lpstr>Wingdings 2</vt:lpstr>
      <vt:lpstr>View</vt:lpstr>
      <vt:lpstr>Small Project III</vt:lpstr>
      <vt:lpstr>Point yang di test</vt:lpstr>
      <vt:lpstr>Admin</vt:lpstr>
      <vt:lpstr>PowerPoint Presentation</vt:lpstr>
      <vt:lpstr>Attendance</vt:lpstr>
      <vt:lpstr>Employee</vt:lpstr>
      <vt:lpstr>PowerPoint Presentation</vt:lpstr>
      <vt:lpstr>PowerPoint Presentation</vt:lpstr>
      <vt:lpstr>Report Automation Testing Midtrans - Customer</vt:lpstr>
      <vt:lpstr>Report Testing API Admin</vt:lpstr>
      <vt:lpstr>Report Testing API Attendance</vt:lpstr>
      <vt:lpstr>Report Testing API Employee</vt:lpstr>
      <vt:lpstr>Sekian dan TerimaKasih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Small Project I</dc:title>
  <dc:creator>Jacka</dc:creator>
  <cp:lastModifiedBy>Jacka</cp:lastModifiedBy>
  <cp:revision>7</cp:revision>
  <dcterms:created xsi:type="dcterms:W3CDTF">2021-11-22T15:01:14Z</dcterms:created>
  <dcterms:modified xsi:type="dcterms:W3CDTF">2022-01-19T17:10:21Z</dcterms:modified>
</cp:coreProperties>
</file>